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69" r:id="rId7"/>
    <p:sldId id="270" r:id="rId8"/>
    <p:sldId id="273" r:id="rId9"/>
    <p:sldId id="271" r:id="rId10"/>
    <p:sldId id="272" r:id="rId11"/>
    <p:sldId id="274" r:id="rId12"/>
    <p:sldId id="275" r:id="rId13"/>
    <p:sldId id="277" r:id="rId14"/>
    <p:sldId id="278" r:id="rId15"/>
    <p:sldId id="279" r:id="rId16"/>
    <p:sldId id="280" r:id="rId17"/>
    <p:sldId id="268" r:id="rId18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26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4800" dirty="0"/>
              <a:t>JOB LISTING PORTAL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Aryan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2211981100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000" dirty="0"/>
              <a:t>Dr. Monika Aggarwal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-1140106" y="43808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50976"/>
            <a:ext cx="8838720" cy="5596128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Job Listing Portal is a full-stack web application designed to bridge the gap between job seekers and employers by providing a centralized and efficient hiring platform. In today’s digital era, job searching and recruitment processes are often scattered across multiple platforms, making it time-consuming and inefficient for both candidates and recruiters.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simplify the entire recruitment process by offering a single platform where job seekers can easily search for jobs, apply online, and track their applications, while employers can post job openings, manage applicants, and streamline the hiring process.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developed using modern web technologies with a user-friendly interface, secure authentication, and real-time data handling. It ensures better accessibility, faster communication, and improved user experience for all stakeholders.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F11771-5B66-6838-D081-FC6526EBDEC1}"/>
              </a:ext>
            </a:extLst>
          </p:cNvPr>
          <p:cNvSpPr txBox="1"/>
          <p:nvPr/>
        </p:nvSpPr>
        <p:spPr>
          <a:xfrm>
            <a:off x="320040" y="1113695"/>
            <a:ext cx="8823960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simplifies the job search process by providing all listings in one place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can quickly reach a large number of candidates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compared to traditional hiring methods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updates and notifications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communication between recruiter and applicant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profile management for users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system ensures data safety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DD2F0D-7B71-B5AC-5C7C-4751E843EA0D}"/>
              </a:ext>
            </a:extLst>
          </p:cNvPr>
          <p:cNvSpPr txBox="1"/>
          <p:nvPr/>
        </p:nvSpPr>
        <p:spPr>
          <a:xfrm>
            <a:off x="393192" y="191511"/>
            <a:ext cx="52375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Advantages of the System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632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91084A-DF85-99C6-4BF9-5E2AC13AE054}"/>
              </a:ext>
            </a:extLst>
          </p:cNvPr>
          <p:cNvSpPr txBox="1"/>
          <p:nvPr/>
        </p:nvSpPr>
        <p:spPr>
          <a:xfrm>
            <a:off x="289367" y="156992"/>
            <a:ext cx="45902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AE1F965-412B-ED3A-8D5A-1409081E8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367" y="904209"/>
            <a:ext cx="582206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Backend: Node.js, Express.js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Database: MongoDB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Authentication: JWT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API Testing: Postman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Frontend: React.js, Tailwind CSS </a:t>
            </a:r>
          </a:p>
        </p:txBody>
      </p:sp>
    </p:spTree>
    <p:extLst>
      <p:ext uri="{BB962C8B-B14F-4D97-AF65-F5344CB8AC3E}">
        <p14:creationId xmlns:p14="http://schemas.microsoft.com/office/powerpoint/2010/main" val="2980017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4B8FC0-99C8-74EA-F45D-6CDE310C2CD5}"/>
              </a:ext>
            </a:extLst>
          </p:cNvPr>
          <p:cNvSpPr txBox="1"/>
          <p:nvPr/>
        </p:nvSpPr>
        <p:spPr>
          <a:xfrm>
            <a:off x="376177" y="1294280"/>
            <a:ext cx="840900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The Hire Hub project represents a sophisticated response to the evolving challenges of the modern recruitment landscape. Built upon the robust and scalable MERN stack, the platform is designed to function as a seamless bridge between ambitious talent and forward-thinking organizations. At its core, the application leverages MongoDB for its flexible document-based storage, allowing for the efficient management of diverse job listings and user profiles. The backend is powered by Node.js and Express.js, providing a high-performance environment that handles complex routing and business logic with minimal latency. On the client side, the application utilizes React.js through the Vite build tool, ensuring a lightning-fast user experience characterized by interactive components and smooth transitions.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architectural integrity of Hire Hub is maintained through a strict separation of concerns, where the backend focuses on data integrity and security while the frontend prioritizes user engagement and aesthetic excellence. Security is a paramount feature of the system, implemented through JSON Web Tokens (JWT) for session management and Bcrypt.js for the encryption of sensitive user data.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1FFEA9-B82A-EB32-3A90-6F9795F5EC6E}"/>
              </a:ext>
            </a:extLst>
          </p:cNvPr>
          <p:cNvSpPr txBox="1"/>
          <p:nvPr/>
        </p:nvSpPr>
        <p:spPr>
          <a:xfrm>
            <a:off x="376177" y="277591"/>
            <a:ext cx="45951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Project Abstract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218340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925C29-6338-5D93-B166-F6BE7B70EAB9}"/>
              </a:ext>
            </a:extLst>
          </p:cNvPr>
          <p:cNvSpPr txBox="1"/>
          <p:nvPr/>
        </p:nvSpPr>
        <p:spPr>
          <a:xfrm>
            <a:off x="320040" y="834732"/>
            <a:ext cx="459028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secure job portal system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roles: Admin, Employer, Job Seeker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fake job postings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easy job search and application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BB0FC3-F271-A648-69DA-4CDBB40DE62C}"/>
              </a:ext>
            </a:extLst>
          </p:cNvPr>
          <p:cNvSpPr txBox="1"/>
          <p:nvPr/>
        </p:nvSpPr>
        <p:spPr>
          <a:xfrm>
            <a:off x="320040" y="171171"/>
            <a:ext cx="45902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AD300DA-94AB-C5D8-6909-8B2B23236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" y="3733918"/>
            <a:ext cx="870821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Job Seekers: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Profile management, Job search with filters, Easy apply, Application tracking, and Real-time notifications.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Employers: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Job posting (CRUD), Candidate management, Resume viewing, and Dashboard analytics.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Admin verification system, Protected routes, and JWT-based session management.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36F5BE-DCCC-91C1-A5D0-AEB4CDF1ACD2}"/>
              </a:ext>
            </a:extLst>
          </p:cNvPr>
          <p:cNvSpPr txBox="1"/>
          <p:nvPr/>
        </p:nvSpPr>
        <p:spPr>
          <a:xfrm>
            <a:off x="320040" y="3166610"/>
            <a:ext cx="4754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</p:txBody>
      </p:sp>
    </p:spTree>
    <p:extLst>
      <p:ext uri="{BB962C8B-B14F-4D97-AF65-F5344CB8AC3E}">
        <p14:creationId xmlns:p14="http://schemas.microsoft.com/office/powerpoint/2010/main" val="907885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920A65-DAED-E44C-9EB7-D03F7A116D50}"/>
              </a:ext>
            </a:extLst>
          </p:cNvPr>
          <p:cNvSpPr txBox="1"/>
          <p:nvPr/>
        </p:nvSpPr>
        <p:spPr>
          <a:xfrm>
            <a:off x="241680" y="188791"/>
            <a:ext cx="45902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C0E628-D270-92F7-C08B-3CEA509FD1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6997"/>
            <a:ext cx="9144000" cy="547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385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F874855-A2D4-CFE5-33D9-F9E1533D81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10" y="1078992"/>
            <a:ext cx="8143875" cy="531266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630E205-C152-783E-BDEB-FF2113C44FE4}"/>
              </a:ext>
            </a:extLst>
          </p:cNvPr>
          <p:cNvSpPr txBox="1"/>
          <p:nvPr/>
        </p:nvSpPr>
        <p:spPr>
          <a:xfrm>
            <a:off x="426910" y="173956"/>
            <a:ext cx="45902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</a:p>
        </p:txBody>
      </p:sp>
    </p:spTree>
    <p:extLst>
      <p:ext uri="{BB962C8B-B14F-4D97-AF65-F5344CB8AC3E}">
        <p14:creationId xmlns:p14="http://schemas.microsoft.com/office/powerpoint/2010/main" val="2276059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1775E-5A72-925D-B5D2-F83259C20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0"/>
            <a:ext cx="4535424" cy="914040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B51BE3-D024-F5C0-08D6-286C8482049B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F14EFB-23C2-4FC8-719D-4761FA051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32" y="914040"/>
            <a:ext cx="8430408" cy="556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481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CE78D-D7EB-1A30-C755-BCE401254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3364992" cy="914040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7DEE1-C204-8F45-C72C-86BA6206929F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19648C-899F-8CEA-1E17-8AE27B85B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69" y="1051560"/>
            <a:ext cx="8595360" cy="508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710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2969-3635-17C1-7756-0EE5CCBF3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" y="181"/>
            <a:ext cx="5486040" cy="914040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F1745A-EA25-E11C-BCC4-554D1F5FAC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" y="1005480"/>
            <a:ext cx="7507224" cy="539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880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04B70-F0CA-5370-18E9-08F08E05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0"/>
            <a:ext cx="5486040" cy="914040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 diagram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6AB23D-A07D-632F-6494-9EDD3DAB5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36" y="1207008"/>
            <a:ext cx="7580376" cy="467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584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C1A8-70DA-73B6-DE5C-94BFDB036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01752"/>
            <a:ext cx="5486040" cy="914040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D40521-E51C-3AA1-AC02-3A3A3C24FC82}"/>
              </a:ext>
            </a:extLst>
          </p:cNvPr>
          <p:cNvSpPr txBox="1"/>
          <p:nvPr/>
        </p:nvSpPr>
        <p:spPr>
          <a:xfrm>
            <a:off x="256032" y="1089898"/>
            <a:ext cx="6387084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Integration:</a:t>
            </a: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Automated resume parsing and smart-matching algorithms.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Communication:</a:t>
            </a: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Built-in video interviews (WebRTC) and instant chat (Socket.io).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Blockchain Verification:</a:t>
            </a: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Secure verification of educational and work credentials.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Support:</a:t>
            </a: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Dedicated React Native apps for iOS and Android.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 Scaling:</a:t>
            </a: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Multi-language support and regional edge computing.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b="0" i="0" dirty="0"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2323766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34913</TotalTime>
  <Words>644</Words>
  <Application>Microsoft Office PowerPoint</Application>
  <PresentationFormat>On-screen Show (4:3)</PresentationFormat>
  <Paragraphs>81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Segoe WPC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 Case Diagram</vt:lpstr>
      <vt:lpstr>ER DIAGRAM</vt:lpstr>
      <vt:lpstr>Class Diagram</vt:lpstr>
      <vt:lpstr>Flow chart diagram </vt:lpstr>
      <vt:lpstr>Future Scope 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kaundal kaundal</cp:lastModifiedBy>
  <cp:revision>2303</cp:revision>
  <dcterms:created xsi:type="dcterms:W3CDTF">2010-04-09T07:36:15Z</dcterms:created>
  <dcterms:modified xsi:type="dcterms:W3CDTF">2026-05-14T18:35:06Z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