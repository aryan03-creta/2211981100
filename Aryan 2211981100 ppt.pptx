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69" r:id="rId7"/>
    <p:sldId id="268" r:id="rId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4800" dirty="0"/>
              <a:t>JOB LISTING PORTAL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Aryan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2211981100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/>
              <a:t>Dr. Monika Aggarwal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50976"/>
            <a:ext cx="8838720" cy="559612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The Job Listing Portal is a full-stack web application designed to bridge the gap between job seekers and employers by providing a centralized and efficient hiring platform. In today’s digital era, job searching and recruitment processes are often scattered across multiple platforms, making it time-consuming and inefficient for both candidates and recruiters.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This project aims to simplify the entire recruitment process by offering a single platform where job seekers can easily search for jobs, apply online, and track their applications, while employers can post job openings, manage applicants, and streamline the hiring process.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The system is developed using modern web technologies with a user-friendly interface, secure authentication, and real-time data handling. It ensures better accessibility, faster communication, and improved user experience for all stakeholders.</a:t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B2D01A-1E3C-B1E1-08D8-7BEB4EE2C76B}"/>
              </a:ext>
            </a:extLst>
          </p:cNvPr>
          <p:cNvSpPr txBox="1"/>
          <p:nvPr/>
        </p:nvSpPr>
        <p:spPr>
          <a:xfrm>
            <a:off x="393192" y="1019437"/>
            <a:ext cx="803757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portal supports multiple user roles such as candidates, employers, and </a:t>
            </a:r>
            <a:r>
              <a:rPr lang="en-US" sz="2000" dirty="0"/>
              <a:t>administrators</a:t>
            </a:r>
            <a:r>
              <a:rPr lang="en-US" dirty="0"/>
              <a:t>, each having specific functionalities. By integrating all essential features into one system, the Job Listing Portal enhances efficiency, reduces manual effort, and provides a structured approach to recruitment.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11771-5B66-6838-D081-FC6526EBDEC1}"/>
              </a:ext>
            </a:extLst>
          </p:cNvPr>
          <p:cNvSpPr txBox="1"/>
          <p:nvPr/>
        </p:nvSpPr>
        <p:spPr>
          <a:xfrm>
            <a:off x="393192" y="2664702"/>
            <a:ext cx="882396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     Advantages of the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simplifies the job search process by providing all listings in one place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Employers can quickly reach a large number of candidates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Saves time compared to traditional hiring methods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real-time updates and notifications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Improves communication between recruiter and applicant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Easy profile management for users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Secure authentication system ensures data safety </a:t>
            </a:r>
          </a:p>
        </p:txBody>
      </p:sp>
    </p:spTree>
    <p:extLst>
      <p:ext uri="{BB962C8B-B14F-4D97-AF65-F5344CB8AC3E}">
        <p14:creationId xmlns:p14="http://schemas.microsoft.com/office/powerpoint/2010/main" val="184763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34843</TotalTime>
  <Words>299</Words>
  <Application>Microsoft Office PowerPoint</Application>
  <PresentationFormat>On-screen Show (4:3)</PresentationFormat>
  <Paragraphs>39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kaundal kaundal</cp:lastModifiedBy>
  <cp:revision>2300</cp:revision>
  <dcterms:created xsi:type="dcterms:W3CDTF">2010-04-09T07:36:15Z</dcterms:created>
  <dcterms:modified xsi:type="dcterms:W3CDTF">2026-04-29T04:36:44Z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